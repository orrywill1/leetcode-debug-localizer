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e684e8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e684e8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e684e85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e684e85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e684e85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e684e85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e684e85f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e684e85f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e684e85f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e684e85f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684e85f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e684e85f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left: test cases | right: standard, nonbuggy code results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ea0852f9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ea0852f9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bug1.py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a0852f9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a0852f9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bug2.py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ea0852f9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ea0852f9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bug3.py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ea0852f9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ea0852f9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bug4.py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e684e85f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e684e85f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e684e85f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e684e85f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e684e85f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e684e85f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Debugging Algorithm to Localize Bugs in LeetCode Algorithm Challenges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By Orry Willems, Hayden Ernst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Motivation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Debugging, despite being very important, is difficult to do manually.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Gets tougher and tougher the more lines there are.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Being able to localize bugs becomes quite handy!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More reliable software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Less </a:t>
            </a:r>
            <a:r>
              <a:rPr lang="nl"/>
              <a:t>time debugging, more time creating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Problem Statement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This project seeks to create a bug </a:t>
            </a:r>
            <a:r>
              <a:rPr lang="nl"/>
              <a:t>localization</a:t>
            </a:r>
            <a:r>
              <a:rPr lang="nl"/>
              <a:t> algorithm for Python.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Used a LinkedList addition program as example.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The Approach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600325" y="20573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Our algorithm happens in three parts. Given a buggy program &amp; a set of expected test cases: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Collect data on which test case uses which line, for every line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Calculate a suspiciousness score for each individual line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Rank each line from most to least suspicious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Methodology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Project structure is as seen on the right.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“</a:t>
            </a:r>
            <a:r>
              <a:rPr i="1" lang="nl"/>
              <a:t>runner.py</a:t>
            </a:r>
            <a:r>
              <a:rPr lang="nl"/>
              <a:t>” is main file.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Traces &amp; records executed lines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Multiprocessing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Suspiciousness calculated using Ochiai Formula.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nl" sz="1200" u="sng"/>
              <a:t>_____Fail(e)________</a:t>
            </a:r>
            <a:br>
              <a:rPr b="1" lang="nl" sz="1200"/>
            </a:br>
            <a:r>
              <a:rPr b="1" lang="nl" sz="1200"/>
              <a:t>√(Fail(total) * (Fail(e) + Pass(e)))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575" y="1601125"/>
            <a:ext cx="300990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Tested Bugs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325" y="2078875"/>
            <a:ext cx="37743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Correct code</a:t>
            </a:r>
            <a:r>
              <a:rPr lang="nl"/>
              <a:t> is as seen on the right.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Four different bug variants tested: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Multiplying val1 if &gt;5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Duplicated Carry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Changed While Loop Condition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 while l1 and l2: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l1 = l1 if l1 else None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Created infinite loop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>
            <p:ph idx="2" type="body"/>
          </p:nvPr>
        </p:nvSpPr>
        <p:spPr>
          <a:xfrm>
            <a:off x="5898876" y="2078875"/>
            <a:ext cx="1323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275" y="851571"/>
            <a:ext cx="4134775" cy="3870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Results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23" y="2393160"/>
            <a:ext cx="4528799" cy="163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2738" y="1254713"/>
            <a:ext cx="2809875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idx="4294967295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75" y="337876"/>
            <a:ext cx="2774750" cy="42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 rotWithShape="1">
          <a:blip r:embed="rId4">
            <a:alphaModFix/>
          </a:blip>
          <a:srcRect b="20578" l="0" r="20578" t="0"/>
          <a:stretch/>
        </p:blipFill>
        <p:spPr>
          <a:xfrm>
            <a:off x="4103350" y="359400"/>
            <a:ext cx="3757009" cy="41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956" y="1006175"/>
            <a:ext cx="3269943" cy="376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0" y="1006175"/>
            <a:ext cx="2599281" cy="387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838" y="1092038"/>
            <a:ext cx="2828925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6574" y="1092052"/>
            <a:ext cx="4338251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 flipH="1" rot="10800000">
            <a:off x="2881550" y="2801975"/>
            <a:ext cx="2662200" cy="5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950" y="1401790"/>
            <a:ext cx="6329024" cy="33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Discussion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No particular bug types were very hidden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Ochiai &gt; Tarantula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 Inherent difficulties with certain bug types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Infinite loops need to be terminated, doesn’t allow for suspiciousness ranking</a:t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SBFL powerful, but has a few minor limitations 	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Requires structure to be relatively the same between buggy program &amp; solution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Can’t find bugs which aren’t triggered by tests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Requires tests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Conclusion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We have successfully made a bug localization  debugging program.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Able to accurately locate where bugs would be.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 A few lessons learned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Ochiai &gt;&gt;&gt;&gt; Tarantula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SBFL generally has a pretty broad range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Possible improvements?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More testing with more buggy programs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More measures in place to account for more catastrophic failures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